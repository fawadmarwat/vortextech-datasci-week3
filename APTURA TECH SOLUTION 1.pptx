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0389" y="833882"/>
            <a:ext cx="9769965" cy="215479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APTURA TECH SOLUTION</a:t>
            </a:r>
            <a:r>
              <a:rPr lang="en-US" dirty="0" smtClean="0">
                <a:solidFill>
                  <a:srgbClr val="0070C0"/>
                </a:solidFill>
              </a:rPr>
              <a:t/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INTERNSHIP DATA SCIENCE BATCH =2</a:t>
            </a:r>
            <a:endParaRPr lang="en-GB" sz="28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6918" y="3720106"/>
            <a:ext cx="6987645" cy="1388534"/>
          </a:xfrm>
        </p:spPr>
        <p:txBody>
          <a:bodyPr/>
          <a:lstStyle/>
          <a:p>
            <a:r>
              <a:rPr lang="en-US" b="1" dirty="0" smtClean="0"/>
              <a:t>NAME= FAWAD KHAN</a:t>
            </a:r>
          </a:p>
          <a:p>
            <a:r>
              <a:rPr lang="en-US" b="1" dirty="0" smtClean="0"/>
              <a:t>INTERNSHIP REPORT PPT </a:t>
            </a:r>
          </a:p>
          <a:p>
            <a:r>
              <a:rPr lang="en-US" b="1" dirty="0" smtClean="0"/>
              <a:t>DAWOOD UNIVERSITY OF ENGINEERING KARACHI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44300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GB" sz="4800" b="1" baseline="30000" dirty="0">
                <a:solidFill>
                  <a:srgbClr val="0070C0"/>
                </a:solidFill>
              </a:rPr>
              <a:t>Project Objective</a:t>
            </a:r>
            <a:br>
              <a:rPr lang="en-GB" sz="4800" b="1" baseline="30000" dirty="0">
                <a:solidFill>
                  <a:srgbClr val="0070C0"/>
                </a:solidFill>
              </a:rPr>
            </a:br>
            <a:endParaRPr lang="en-GB" sz="48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aseline="30000" dirty="0"/>
              <a:t>• Predict employee attrition</a:t>
            </a:r>
          </a:p>
          <a:p>
            <a:r>
              <a:rPr lang="en-GB" baseline="30000" dirty="0"/>
              <a:t>• Identify key factors</a:t>
            </a:r>
          </a:p>
          <a:p>
            <a:r>
              <a:rPr lang="en-GB" baseline="30000" dirty="0"/>
              <a:t>• Support HR decisions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48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b="1" baseline="30000" dirty="0">
                <a:solidFill>
                  <a:srgbClr val="0070C0"/>
                </a:solidFill>
              </a:rPr>
              <a:t>Dataset Overview</a:t>
            </a:r>
            <a:br>
              <a:rPr lang="en-GB" sz="4400" b="1" baseline="30000" dirty="0">
                <a:solidFill>
                  <a:srgbClr val="0070C0"/>
                </a:solidFill>
              </a:rPr>
            </a:br>
            <a:endParaRPr lang="en-GB" sz="4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9078" y="2006771"/>
            <a:ext cx="10018713" cy="4105593"/>
          </a:xfrm>
        </p:spPr>
        <p:txBody>
          <a:bodyPr/>
          <a:lstStyle/>
          <a:p>
            <a:r>
              <a:rPr lang="en-GB" baseline="30000" dirty="0"/>
              <a:t> 10,000 records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26 columns</a:t>
            </a:r>
          </a:p>
          <a:p>
            <a:r>
              <a:rPr lang="en-GB" baseline="30000" dirty="0" smtClean="0"/>
              <a:t>Target</a:t>
            </a:r>
            <a:r>
              <a:rPr lang="en-GB" baseline="30000" dirty="0"/>
              <a:t>: </a:t>
            </a:r>
            <a:r>
              <a:rPr lang="en-GB" baseline="30000" dirty="0" smtClean="0"/>
              <a:t>Attrition</a:t>
            </a:r>
          </a:p>
          <a:p>
            <a:pPr marL="0" indent="0">
              <a:buNone/>
            </a:pPr>
            <a:r>
              <a:rPr lang="en-GB" sz="3600" b="1" baseline="30000" dirty="0" smtClean="0">
                <a:solidFill>
                  <a:srgbClr val="0070C0"/>
                </a:solidFill>
              </a:rPr>
              <a:t>Data </a:t>
            </a:r>
            <a:r>
              <a:rPr lang="en-GB" sz="3600" b="1" baseline="30000" dirty="0" err="1" smtClean="0">
                <a:solidFill>
                  <a:srgbClr val="0070C0"/>
                </a:solidFill>
              </a:rPr>
              <a:t>Preprocessing</a:t>
            </a:r>
            <a:r>
              <a:rPr lang="en-GB" sz="3600" b="1" baseline="30000" dirty="0" smtClean="0">
                <a:solidFill>
                  <a:srgbClr val="0070C0"/>
                </a:solidFill>
              </a:rPr>
              <a:t>: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Data cleaning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Missing values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Encoding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Train-test split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Feature scaling</a:t>
            </a:r>
          </a:p>
          <a:p>
            <a:pPr marL="0" indent="0">
              <a:buNone/>
            </a:pPr>
            <a:endParaRPr lang="en-GB" sz="3600" b="1" baseline="30000" dirty="0">
              <a:solidFill>
                <a:srgbClr val="0070C0"/>
              </a:solidFill>
            </a:endParaRPr>
          </a:p>
          <a:p>
            <a:pPr lvl="1"/>
            <a:endParaRPr lang="en-GB" baseline="30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599883"/>
            <a:ext cx="10018713" cy="1474393"/>
          </a:xfrm>
        </p:spPr>
        <p:txBody>
          <a:bodyPr>
            <a:noAutofit/>
          </a:bodyPr>
          <a:lstStyle/>
          <a:p>
            <a:r>
              <a:rPr lang="en-GB" b="1" baseline="30000" dirty="0">
                <a:solidFill>
                  <a:srgbClr val="0070C0"/>
                </a:solidFill>
              </a:rPr>
              <a:t>EDA Findings</a:t>
            </a:r>
            <a:br>
              <a:rPr lang="en-GB" b="1" baseline="30000" dirty="0">
                <a:solidFill>
                  <a:srgbClr val="0070C0"/>
                </a:solidFill>
              </a:rPr>
            </a:br>
            <a:r>
              <a:rPr lang="en-GB" b="1" baseline="30000" dirty="0" smtClean="0">
                <a:solidFill>
                  <a:srgbClr val="0070C0"/>
                </a:solidFill>
              </a:rPr>
              <a:t>&amp;</a:t>
            </a:r>
            <a:br>
              <a:rPr lang="en-GB" b="1" baseline="30000" dirty="0" smtClean="0">
                <a:solidFill>
                  <a:srgbClr val="0070C0"/>
                </a:solidFill>
              </a:rPr>
            </a:br>
            <a:r>
              <a:rPr lang="en-GB" b="1" baseline="30000" dirty="0">
                <a:solidFill>
                  <a:srgbClr val="0070C0"/>
                </a:solidFill>
              </a:rPr>
              <a:t>Machine Learning Models</a:t>
            </a:r>
            <a:br>
              <a:rPr lang="en-GB" b="1" baseline="30000" dirty="0">
                <a:solidFill>
                  <a:srgbClr val="0070C0"/>
                </a:solidFill>
              </a:rPr>
            </a:b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9" y="1945401"/>
            <a:ext cx="10018713" cy="3124201"/>
          </a:xfrm>
        </p:spPr>
        <p:txBody>
          <a:bodyPr>
            <a:normAutofit fontScale="92500" lnSpcReduction="10000"/>
          </a:bodyPr>
          <a:lstStyle/>
          <a:p>
            <a:r>
              <a:rPr lang="en-GB" baseline="30000" dirty="0" smtClean="0"/>
              <a:t> Attrition distribution							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Department analysis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Overtime impact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Job satisfaction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Correlation </a:t>
            </a:r>
            <a:r>
              <a:rPr lang="en-GB" baseline="30000" dirty="0" err="1" smtClean="0"/>
              <a:t>heatmap</a:t>
            </a:r>
            <a:endParaRPr lang="en-GB" baseline="30000" dirty="0" smtClean="0"/>
          </a:p>
          <a:p>
            <a:endParaRPr lang="en-US" baseline="30000" dirty="0"/>
          </a:p>
          <a:p>
            <a:r>
              <a:rPr lang="en-GB" baseline="30000" dirty="0"/>
              <a:t> Logistic Regression</a:t>
            </a:r>
          </a:p>
          <a:p>
            <a:r>
              <a:rPr lang="en-GB" baseline="30000" dirty="0"/>
              <a:t>• Decision Tree</a:t>
            </a:r>
          </a:p>
          <a:p>
            <a:r>
              <a:rPr lang="en-GB" baseline="30000" dirty="0"/>
              <a:t>• Random Forest</a:t>
            </a:r>
          </a:p>
          <a:p>
            <a:endParaRPr lang="en-GB" baseline="30000" dirty="0" smtClean="0"/>
          </a:p>
          <a:p>
            <a:endParaRPr lang="en-GB" baseline="30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75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110782"/>
            <a:ext cx="10018713" cy="1436038"/>
          </a:xfrm>
        </p:spPr>
        <p:txBody>
          <a:bodyPr>
            <a:noAutofit/>
          </a:bodyPr>
          <a:lstStyle/>
          <a:p>
            <a:r>
              <a:rPr lang="en-GB" sz="4400" b="1" baseline="30000" dirty="0" err="1">
                <a:solidFill>
                  <a:srgbClr val="0070C0"/>
                </a:solidFill>
              </a:rPr>
              <a:t>Hyperparameter</a:t>
            </a:r>
            <a:r>
              <a:rPr lang="en-GB" sz="4400" b="1" baseline="30000" dirty="0">
                <a:solidFill>
                  <a:srgbClr val="0070C0"/>
                </a:solidFill>
              </a:rPr>
              <a:t> </a:t>
            </a:r>
            <a:r>
              <a:rPr lang="en-GB" sz="4400" b="1" baseline="30000" dirty="0" smtClean="0">
                <a:solidFill>
                  <a:srgbClr val="0070C0"/>
                </a:solidFill>
              </a:rPr>
              <a:t>Tuning</a:t>
            </a:r>
            <a:br>
              <a:rPr lang="en-GB" sz="4400" b="1" baseline="30000" dirty="0" smtClean="0">
                <a:solidFill>
                  <a:srgbClr val="0070C0"/>
                </a:solidFill>
              </a:rPr>
            </a:br>
            <a:r>
              <a:rPr lang="en-GB" sz="4400" b="1" baseline="30000" dirty="0" smtClean="0">
                <a:solidFill>
                  <a:srgbClr val="0070C0"/>
                </a:solidFill>
              </a:rPr>
              <a:t>&amp;</a:t>
            </a:r>
            <a:br>
              <a:rPr lang="en-GB" sz="4400" b="1" baseline="30000" dirty="0" smtClean="0">
                <a:solidFill>
                  <a:srgbClr val="0070C0"/>
                </a:solidFill>
              </a:rPr>
            </a:br>
            <a:r>
              <a:rPr lang="en-GB" sz="4400" b="1" baseline="30000" dirty="0">
                <a:solidFill>
                  <a:srgbClr val="0070C0"/>
                </a:solidFill>
              </a:rPr>
              <a:t>Model Evaluation</a:t>
            </a:r>
            <a:br>
              <a:rPr lang="en-GB" sz="4400" b="1" baseline="30000" dirty="0">
                <a:solidFill>
                  <a:srgbClr val="0070C0"/>
                </a:solidFill>
              </a:rPr>
            </a:br>
            <a:r>
              <a:rPr lang="en-GB" sz="4400" b="1" baseline="30000" dirty="0">
                <a:solidFill>
                  <a:srgbClr val="0070C0"/>
                </a:solidFill>
              </a:rPr>
              <a:t/>
            </a:r>
            <a:br>
              <a:rPr lang="en-GB" sz="4400" b="1" baseline="30000" dirty="0">
                <a:solidFill>
                  <a:srgbClr val="0070C0"/>
                </a:solidFill>
              </a:rPr>
            </a:br>
            <a:r>
              <a:rPr lang="en-GB" sz="4400" b="1" baseline="30000" dirty="0">
                <a:solidFill>
                  <a:srgbClr val="0070C0"/>
                </a:solidFill>
              </a:rPr>
              <a:t/>
            </a:r>
            <a:br>
              <a:rPr lang="en-GB" sz="4400" b="1" baseline="30000" dirty="0">
                <a:solidFill>
                  <a:srgbClr val="0070C0"/>
                </a:solidFill>
              </a:rPr>
            </a:br>
            <a:endParaRPr lang="en-GB" sz="4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aseline="30000" dirty="0"/>
              <a:t> </a:t>
            </a:r>
            <a:r>
              <a:rPr lang="en-GB" baseline="30000" dirty="0" err="1"/>
              <a:t>GridSearchCV</a:t>
            </a:r>
            <a:endParaRPr lang="en-GB" baseline="30000" dirty="0"/>
          </a:p>
          <a:p>
            <a:r>
              <a:rPr lang="en-GB" baseline="30000" dirty="0" smtClean="0"/>
              <a:t> </a:t>
            </a:r>
            <a:r>
              <a:rPr lang="en-GB" baseline="30000" dirty="0"/>
              <a:t>Cross-validation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Best model </a:t>
            </a:r>
            <a:r>
              <a:rPr lang="en-GB" baseline="30000" dirty="0" smtClean="0"/>
              <a:t>selection</a:t>
            </a:r>
          </a:p>
          <a:p>
            <a:endParaRPr lang="en-US" baseline="30000" dirty="0"/>
          </a:p>
          <a:p>
            <a:r>
              <a:rPr lang="en-GB" baseline="30000" dirty="0"/>
              <a:t> Accuracy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Precision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Recall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F1-score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Confusion Matrix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80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b="1" baseline="30000" dirty="0">
                <a:solidFill>
                  <a:srgbClr val="0070C0"/>
                </a:solidFill>
              </a:rPr>
              <a:t>Business Insights &amp; Recommendations</a:t>
            </a:r>
            <a:br>
              <a:rPr lang="en-GB" sz="4400" b="1" baseline="30000" dirty="0">
                <a:solidFill>
                  <a:srgbClr val="0070C0"/>
                </a:solidFill>
              </a:rPr>
            </a:br>
            <a:endParaRPr lang="en-GB" sz="4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4530" y="2390838"/>
            <a:ext cx="10018713" cy="3124201"/>
          </a:xfrm>
        </p:spPr>
        <p:txBody>
          <a:bodyPr>
            <a:normAutofit fontScale="92500" lnSpcReduction="10000"/>
          </a:bodyPr>
          <a:lstStyle/>
          <a:p>
            <a:r>
              <a:rPr lang="en-GB" baseline="30000" dirty="0" smtClean="0"/>
              <a:t>Reduce </a:t>
            </a:r>
            <a:r>
              <a:rPr lang="en-GB" baseline="30000" dirty="0"/>
              <a:t>overtime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Improve work-life balance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Increase job satisfaction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Retention </a:t>
            </a:r>
            <a:r>
              <a:rPr lang="en-GB" baseline="30000" dirty="0" smtClean="0"/>
              <a:t>programs</a:t>
            </a:r>
          </a:p>
          <a:p>
            <a:endParaRPr lang="en-US" baseline="30000" dirty="0"/>
          </a:p>
          <a:p>
            <a:r>
              <a:rPr lang="en-GB" sz="2800" b="1" baseline="30000" dirty="0" smtClean="0">
                <a:solidFill>
                  <a:srgbClr val="0070C0"/>
                </a:solidFill>
              </a:rPr>
              <a:t>Conclusion:-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ML predicts attrition effectively</a:t>
            </a:r>
          </a:p>
          <a:p>
            <a:r>
              <a:rPr lang="en-GB" baseline="30000" dirty="0" smtClean="0"/>
              <a:t> </a:t>
            </a:r>
            <a:r>
              <a:rPr lang="en-GB" baseline="30000" dirty="0"/>
              <a:t>Random Forest often performs best</a:t>
            </a:r>
          </a:p>
          <a:p>
            <a:pPr marL="0" indent="0">
              <a:buNone/>
            </a:pPr>
            <a:r>
              <a:rPr lang="en-GB" baseline="30000"/>
              <a:t>	</a:t>
            </a:r>
            <a:r>
              <a:rPr lang="en-GB" baseline="30000" smtClean="0"/>
              <a:t>									 </a:t>
            </a:r>
            <a:r>
              <a:rPr lang="en-GB" baseline="30000" dirty="0"/>
              <a:t>Thank You</a:t>
            </a:r>
          </a:p>
          <a:p>
            <a:endParaRPr lang="en-GB" sz="2800" b="1" baseline="30000" dirty="0">
              <a:solidFill>
                <a:srgbClr val="0070C0"/>
              </a:solidFill>
            </a:endParaRPr>
          </a:p>
          <a:p>
            <a:endParaRPr lang="en-GB" baseline="30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5598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16</TotalTime>
  <Words>113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APTURA TECH SOLUTION INTERNSHIP DATA SCIENCE BATCH =2</vt:lpstr>
      <vt:lpstr>Project Objective </vt:lpstr>
      <vt:lpstr>Dataset Overview </vt:lpstr>
      <vt:lpstr>EDA Findings &amp; Machine Learning Models </vt:lpstr>
      <vt:lpstr>Hyperparameter Tuning &amp; Model Evaluation   </vt:lpstr>
      <vt:lpstr>Business Insights &amp;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APTURA TECH SOLUTION INTERNSHIP DATA SCIENCE BATCH =2</dc:title>
  <dc:creator>Fawad Khan Marwat</dc:creator>
  <cp:lastModifiedBy>Fawad Khan Marwat</cp:lastModifiedBy>
  <cp:revision>2</cp:revision>
  <dcterms:created xsi:type="dcterms:W3CDTF">2026-08-03T17:47:15Z</dcterms:created>
  <dcterms:modified xsi:type="dcterms:W3CDTF">2026-08-03T18:03:54Z</dcterms:modified>
</cp:coreProperties>
</file>